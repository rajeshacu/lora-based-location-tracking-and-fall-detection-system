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91680" y="749880"/>
            <a:ext cx="8515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A36744F-8D0C-4DDC-B899-B2B015D00AC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1F4C96-44CC-4FED-97B4-9B5AA68361E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91680" y="749880"/>
            <a:ext cx="8515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869A61-74D6-46D5-823C-C1940FA44C5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91680" y="749880"/>
            <a:ext cx="8515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B4B6190-6783-458B-8FEC-0BE7369786B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3000" cy="643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91680" y="749880"/>
            <a:ext cx="8515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C88B47-E92A-4538-AF5A-1177DBD649D9}" type="slidenum">
              <a:rPr b="0" lang="en-I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3000" cy="64332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8D21B9-3E04-49E8-B8C2-A738967D055D}" type="slidenum">
              <a:rPr b="0" lang="en-I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3000" cy="64332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91680" y="749880"/>
            <a:ext cx="8515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62D6D8-B120-45D0-84B2-EB18B687CF12}" type="slidenum">
              <a:rPr b="0" lang="en-I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;p11" descr=""/>
          <p:cNvPicPr/>
          <p:nvPr/>
        </p:nvPicPr>
        <p:blipFill>
          <a:blip r:embed="rId3"/>
          <a:stretch/>
        </p:blipFill>
        <p:spPr>
          <a:xfrm>
            <a:off x="216000" y="216000"/>
            <a:ext cx="1503000" cy="64332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91680" y="749880"/>
            <a:ext cx="8515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5D0B1F-5CB7-4B53-99C5-4687F928CEB0}" type="slidenum">
              <a:rPr b="0" lang="en-I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363600" y="1375200"/>
            <a:ext cx="8515800" cy="275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1RV23MC080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Rajesha C U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Under the Guidance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Dr. Deepika 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Associate Professor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Department of MCA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68200"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68200"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26;p1"/>
          <p:cNvSpPr/>
          <p:nvPr/>
        </p:nvSpPr>
        <p:spPr>
          <a:xfrm>
            <a:off x="146520" y="4490280"/>
            <a:ext cx="901548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Date   :18/06/2025                                              Department of MCA, RVCE                                             1/12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448280" y="914400"/>
            <a:ext cx="743112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Screenless Displays: The Future of Visual Interaction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055600" y="72720"/>
            <a:ext cx="4647240" cy="66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</a:t>
            </a: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ge</a:t>
            </a: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nd</a:t>
            </a: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63520" y="957960"/>
            <a:ext cx="8515800" cy="322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5000"/>
          </a:bodyPr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Introduction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Literature Survey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Summary of Literature Survey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Objectives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Technical Relevance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Block diagram of the Proposed 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Times New Roman"/>
                <a:ea typeface="Arial"/>
              </a:rPr>
              <a:t>References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8458200" y="4827240"/>
            <a:ext cx="6832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8;p3"/>
          <p:cNvSpPr/>
          <p:nvPr/>
        </p:nvSpPr>
        <p:spPr>
          <a:xfrm>
            <a:off x="2055600" y="72720"/>
            <a:ext cx="464724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Introduction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5928840" y="1143000"/>
            <a:ext cx="2986200" cy="3427920"/>
          </a:xfrm>
          <a:prstGeom prst="rect">
            <a:avLst/>
          </a:prstGeom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457200" y="914400"/>
            <a:ext cx="525348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Screenless display technology delivers digital visuals without physical screens using AR, holography, and retinal projection.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It enables immersive, hands-free interaction, blending digital content with the physical world.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Key applications: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Healthcare – real-time data during surgery.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Education – 3D interactive learning.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Defense – AR-assisted mission data.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Entertainment &amp; Wearables – smart lenses, gaming.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458200" y="4800600"/>
            <a:ext cx="6832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44;p4"/>
          <p:cNvSpPr/>
          <p:nvPr/>
        </p:nvSpPr>
        <p:spPr>
          <a:xfrm>
            <a:off x="2055600" y="72720"/>
            <a:ext cx="464724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rmAutofit fontScale="75000"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Literature Survey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" name="Google Shape;45;p4"/>
          <p:cNvGraphicFramePr/>
          <p:nvPr/>
        </p:nvGraphicFramePr>
        <p:xfrm>
          <a:off x="356760" y="940680"/>
          <a:ext cx="8451720" cy="3970800"/>
        </p:xfrm>
        <a:graphic>
          <a:graphicData uri="http://schemas.openxmlformats.org/drawingml/2006/table">
            <a:tbl>
              <a:tblPr/>
              <a:tblGrid>
                <a:gridCol w="666000"/>
                <a:gridCol w="2038320"/>
                <a:gridCol w="2622240"/>
                <a:gridCol w="31255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Sl No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Author (s) &amp; Paper title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Details of Publication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Summary of the Paper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</a:tr>
              <a:tr h="72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Parimal Bhosale et al.  Screenless Display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IJSRCSEIT, Vol. 8, Issue 1, 2025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Surveys visual-image, retinal-projection.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14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Tong Wang et al. – Naked-eye light field display using micro-LED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Scientific Reports, Vol. 14, Article No. 24381, 2024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Analyzes performance of light field displays using advanced micro-LED tech for immersive applications.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31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Chun Chen et al. – Ultrahigh-fidelity full-color holography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PhotoniX, Vol. 5, Article 20, 2024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Demonstrates camera-in-loop holographic rendering system with vivid color fidelity.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14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Maximilian Rutz et al. – Perceptual brightness in retinal glasses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arXiv preprint arXiv:2403. 2024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Studies visual perception effects in high-brightness retinal projection smart glasses.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16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Yili Jin et al. – Volumetric Video Survey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arXiv:2404.Vol.11, 2024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Surveys the pipeline from capture to rendering for volumetric 3D video in real time.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1" name=""/>
          <p:cNvSpPr/>
          <p:nvPr/>
        </p:nvSpPr>
        <p:spPr>
          <a:xfrm>
            <a:off x="8458200" y="4827240"/>
            <a:ext cx="6832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Google Shape;45;p 1"/>
          <p:cNvGraphicFramePr/>
          <p:nvPr/>
        </p:nvGraphicFramePr>
        <p:xfrm>
          <a:off x="357120" y="941040"/>
          <a:ext cx="8329320" cy="3859560"/>
        </p:xfrm>
        <a:graphic>
          <a:graphicData uri="http://schemas.openxmlformats.org/drawingml/2006/table">
            <a:tbl>
              <a:tblPr/>
              <a:tblGrid>
                <a:gridCol w="656640"/>
                <a:gridCol w="2009160"/>
                <a:gridCol w="2584440"/>
                <a:gridCol w="3079440"/>
              </a:tblGrid>
              <a:tr h="356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Sl No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Author (s) &amp; Paper title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Details of Publication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Summary of the Paper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6d6d6"/>
                    </a:solidFill>
                  </a:tcPr>
                </a:tc>
              </a:tr>
              <a:tr h="708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PointerVol Team – Volumetric Interaction with Laser Pointers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ACM SIGGRAPH, 2024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Introduces spatial interaction model using laser beams in volumetric displays.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8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Kaan Akşit &amp; Yuta Itoh – HoloBeam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arXiv:2212.Vol.5, 2022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Projects beams directly to retina using thin lenses, maximizing field of view.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1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Parimal Chakravarthula et al. – Gaze-contingent speckle suppression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arXiv:2111.Vol.8, 2021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Enhances foveated holographic displays by minimizing speckle artifacts through eye tracking.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96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M. J. Jeong et al. – Screenless Display for Interactive Applications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Applied Sciences, Vol. 11(1), p.117, 2021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Covers use cases of screenless displays in smart homes and gaming setups.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9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Holographic Video Communications – SI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IEEE Wireless Communications, Vol. 32, No. 2, 2021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Explores technical advancements and system requirements for wireless holographic video systems.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"/>
          <p:cNvSpPr/>
          <p:nvPr/>
        </p:nvSpPr>
        <p:spPr>
          <a:xfrm>
            <a:off x="8458200" y="4800240"/>
            <a:ext cx="6832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917000" y="176760"/>
            <a:ext cx="6917760" cy="6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Summary of the literature </a:t>
            </a: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survey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53;p5"/>
          <p:cNvSpPr/>
          <p:nvPr/>
        </p:nvSpPr>
        <p:spPr>
          <a:xfrm>
            <a:off x="311760" y="1340640"/>
            <a:ext cx="8515800" cy="31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rmAutofit/>
          </a:bodyPr>
          <a:p>
            <a:pPr marL="114480" algn="ctr">
              <a:lnSpc>
                <a:spcPct val="115000"/>
              </a:lnSpc>
              <a:tabLst>
                <a:tab algn="l" pos="0"/>
              </a:tabLst>
            </a:pPr>
            <a:r>
              <a:rPr b="0" lang="en-IN" sz="1800" spc="-1" strike="noStrike">
                <a:solidFill>
                  <a:schemeClr val="dk2"/>
                </a:solidFill>
                <a:latin typeface="Arial"/>
                <a:ea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458200" y="4833000"/>
            <a:ext cx="6832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57200" y="1414440"/>
            <a:ext cx="7770600" cy="24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reviewed papers cover advancements in screenless display technologies, including holography, volumetric video, retinal projection, and light field displays. Key innovations include glasses-free micro-LED displays, high-fidelity holography, and laser-based interaction systems. Several works focus on user immersion, clarity, and real-time rendering, while others provide comprehensive surveys of current technologies. However, common limitations across these studies include high computational cost, hardware complexity, scalability issues, and a lack of long-term validation or practical implementations. Many are still in the experimental stage, signaling the need for further development and testing before commercial application.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9;p6"/>
          <p:cNvSpPr/>
          <p:nvPr/>
        </p:nvSpPr>
        <p:spPr>
          <a:xfrm>
            <a:off x="279000" y="2457360"/>
            <a:ext cx="360" cy="437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6600" bIns="66600" anchor="ctr">
            <a:sp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39" name="Google Shape;60;p6"/>
          <p:cNvSpPr/>
          <p:nvPr/>
        </p:nvSpPr>
        <p:spPr>
          <a:xfrm>
            <a:off x="1911240" y="136800"/>
            <a:ext cx="610128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Objectives</a:t>
            </a:r>
            <a:r>
              <a:rPr b="0" lang="en-IN" sz="4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5000" y="1089000"/>
            <a:ext cx="8866080" cy="39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pc="-1" strike="noStrike">
                <a:solidFill>
                  <a:srgbClr val="000000"/>
                </a:solidFill>
                <a:latin typeface="times new roman"/>
                <a:ea typeface="Arial"/>
              </a:rPr>
              <a:t>To understand the core concept and working of screenless display technology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pc="-1" strike="noStrike">
                <a:solidFill>
                  <a:srgbClr val="000000"/>
                </a:solidFill>
                <a:latin typeface="times new roman"/>
                <a:ea typeface="Arial"/>
              </a:rPr>
              <a:t>To explore its key enabling technologies like AR, holography, and retinal projection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pc="-1" strike="noStrike">
                <a:solidFill>
                  <a:srgbClr val="000000"/>
                </a:solidFill>
                <a:latin typeface="times new roman"/>
                <a:ea typeface="Arial"/>
              </a:rPr>
              <a:t>To identify real-world applications across healthcare, education, defense, and entertainment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pc="-1" strike="noStrike">
                <a:solidFill>
                  <a:srgbClr val="000000"/>
                </a:solidFill>
                <a:latin typeface="times new roman"/>
                <a:ea typeface="Arial"/>
              </a:rPr>
              <a:t>To examine recent innovations such as Mojo Lens and Microsoft HoloLens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553240" y="4827240"/>
            <a:ext cx="5882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8/12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60;p6"/>
          <p:cNvSpPr/>
          <p:nvPr/>
        </p:nvSpPr>
        <p:spPr>
          <a:xfrm>
            <a:off x="1911240" y="136800"/>
            <a:ext cx="610128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Technical Relevance</a:t>
            </a:r>
            <a:r>
              <a:rPr b="0" lang="en-IN" sz="40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30040" y="914400"/>
            <a:ext cx="8682840" cy="37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Technical Relevance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Eliminates the need for physical screens in VR/AR headsets, holograms, retinal projection, smart glasses, voice interfaces.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Supports immersive technologies like AR/VR.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Enables hands-free and portable visual interfaces.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Useful in smart glasses, medical imaging, military and automotive displays.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Key Technical Features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Retinal projection: Displays visuals directly to the eye.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Holographic rendering: Creates 3D images with depth perception.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458200" y="4800600"/>
            <a:ext cx="6022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2743200" y="457200"/>
            <a:ext cx="22824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Block Diagram</a:t>
            </a:r>
            <a:br>
              <a:rPr sz="2600"/>
            </a:b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458200" y="4572000"/>
            <a:ext cx="6832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914400" y="1371600"/>
            <a:ext cx="6862680" cy="290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720" y="814680"/>
            <a:ext cx="8498160" cy="38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1800"/>
            </a:b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83;p10"/>
          <p:cNvSpPr/>
          <p:nvPr/>
        </p:nvSpPr>
        <p:spPr>
          <a:xfrm>
            <a:off x="1835640" y="185760"/>
            <a:ext cx="533736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</a:pPr>
            <a:r>
              <a:rPr b="0" lang="en-IN" sz="36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References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6200" y="914400"/>
            <a:ext cx="8986680" cy="41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[1] Z. Liu et al., "Holographic Video Communications," IEEE Wireless Communications, vol. 32, no. 2, Feb. 2025.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[2] T. Wang, C. Yang, J. Chen, Y. Zhao, J. Zong, et al., "Naked-eye light field display technology based on mini/micro LED panels: a systematic review and meta-analysis," Scientific Reports, vol. 14, Art. 24381, Oct.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[3] M. Rutz et al., "Perceived brightness and resolution in retinal scan glasses," arXiv:2403.xxxxx, Jul.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[4] Y. Jin et al., "Volumetric 3D video: capture, compression, display," arXiv:2404.xxxxx, Apr.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[5] PointerVol Team, "PointerVol: laser-pointer interaction in volumetric displays," ACM SIGGRAPH,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[6] K. Akşit and Y. Itoh, "HoloBeam: paper-thin near-eye displays," arXiv:2212.xxxxx, Dec. 2022.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[7] P. Chakravarthula et al., "Gaze-contingent retinal speckle suppression for foveated holographic displays," arXiv:2111.xxxxx, Nov. 2021.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[8] M. J. Jeong et al., "Screenless Display for Interactive Applications," Applied Sciences, vol. 11, no. 1, p. 117, Jan. 2021.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[9] W. Song et al., "Large-scale Huygens metasurfaces for holographic near-eye displays," arXiv:2010.xxxxx, Oct. 2020.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[10] P. S. Bhosale, R. Kale, and P. P. Salve, "Screenless Display: A Review," IJSRCSEIT, vol. 8, no. 1, pp. 337-343, 2022.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[11] V. Kumar, "Screenless Display Technology," SlideShare, 2024.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[12] M. Mierse, “Build a Sci-Fi aerial display,” IEEE Spectrum, Oct. 20, 2024. [Online]. Available: https://spectrum.ieee.org/diy-scifi-aerial-display.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503200" y="4645440"/>
            <a:ext cx="638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11/12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1080" y="685800"/>
            <a:ext cx="9140040" cy="42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[13] Virtual retinal display, Wikipedia, The Free Encyclopedia, 2025. [Online].  (Accessed: Jun. 12, 2025).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[14] M. J. Jeong et al., “Screenless display for interactive applications,” Appl. Sci., vol. 11, no. 1, p. 117, 2021.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[15] H. Fuchs et al., “A survey of techniques for 3D display,” Comput. Graph. Forum, vol. 25, no. 4, pp. 1105–1126, 2006.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[16] X. Yang et al., “Progress in volumetric 3D display technologies,” IEEE Access, vol. 8, pp. 98661–98673, 2020.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[17] J. S. Kim et al., “Review of holographic 3D display technologies,” J. Korean Phys. Soc., vol. 63, no. 1, pp. 11–20, 2013.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[18] M. Lucente et al., “A survey of light-field displays,” Proc. IEEE, vol. 101, no. 7, pp. 1469–1487, 2013.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[19] H. Kuwahara et al., “Three-dimensional displays: Technologies and applications,” Proc. IEEE, vol. 101, no. 7, pp. 1508–1523, 2013.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[20] H. Saito et al., “Laser-plasma scanning 3D display for putting digital contents in free space,” Proc. SPIE, vol. 6803, Feb. 2008, doi:10.1117/12.768068.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[21] K. Unagar, “Screenless display (1),” SlideShare, 2024. [Online]. Available: https://www.slideshare.net/slideshow/screenless-display-204907143/204907143.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[22] K. Kumagai and Y. Hayasaki, “Colored voxels of laser-excited aerial volumetric display,” in Digital Holography and 3-D Imaging 2022, D. Chu et al., Eds., OSA Technical Digest (online), paper W3A.1, 2022, doi:10.1364/DH.2022.W3A.1.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[23] K. Kumagai, S. Miura, and Y. Hayasaki, “Aerial re-imaging of femtosecond-laser-excited graphics for volumetric display,” in OSA Imaging and Applied Optics Congress (Imaging, 3D, DH, ISA, COSI), OSA Technical Digest, paper 3Th7E.1, 2021.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[24] W. D. Jones, “Wireless display on a contact lens,” IEEE Spectrum, Nov. 2011.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[25] E. N. Sardinha, M. Munera, N. Zook, D. Western, and V. Ruiz Garate, “Diegetic graphical user interfaces and intuitive control of assistive robots via eye-gaze,” arXiv:2401.03944 [cs.RO], 2024.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8478000" y="4695840"/>
            <a:ext cx="638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0" lang="en-IN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12/12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28600" y="2286000"/>
            <a:ext cx="8515800" cy="6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Thank You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ksj</dc:creator>
  <dc:description/>
  <dc:language>en-US</dc:language>
  <cp:lastModifiedBy/>
  <dcterms:modified xsi:type="dcterms:W3CDTF">2025-06-19T23:41:25Z</dcterms:modified>
  <cp:revision>126</cp:revision>
  <dc:subject/>
  <dc:title>Title of the Technical Seminar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