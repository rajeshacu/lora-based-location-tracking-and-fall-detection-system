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91680" y="749880"/>
            <a:ext cx="8516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138A9FD-20E6-4FF2-9FC0-9B1720375443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7E0DBF-8ACE-493E-98D1-F8C0544FB4BE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91680" y="749880"/>
            <a:ext cx="8516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DE4894D-2664-472C-AB58-172DB9B38E06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91680" y="749880"/>
            <a:ext cx="8516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E8769E8-D3D2-4695-8933-EAFAD6B8430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9;p11" descr=""/>
          <p:cNvPicPr/>
          <p:nvPr/>
        </p:nvPicPr>
        <p:blipFill>
          <a:blip r:embed="rId3"/>
          <a:stretch/>
        </p:blipFill>
        <p:spPr>
          <a:xfrm>
            <a:off x="216000" y="216000"/>
            <a:ext cx="1504080" cy="64440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391680" y="749880"/>
            <a:ext cx="8516880" cy="62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 to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BF9B94-133B-441D-BB6B-A3D9CE86049D}" type="slidenum">
              <a:rPr b="0" lang="en-I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;p11" descr=""/>
          <p:cNvPicPr/>
          <p:nvPr/>
        </p:nvPicPr>
        <p:blipFill>
          <a:blip r:embed="rId3"/>
          <a:stretch/>
        </p:blipFill>
        <p:spPr>
          <a:xfrm>
            <a:off x="216000" y="216000"/>
            <a:ext cx="1504080" cy="6444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51C7FB-6156-41D4-AD8E-9F3051C6B77C}" type="slidenum">
              <a:rPr b="0" lang="en-I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li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9;p11" descr=""/>
          <p:cNvPicPr/>
          <p:nvPr/>
        </p:nvPicPr>
        <p:blipFill>
          <a:blip r:embed="rId3"/>
          <a:stretch/>
        </p:blipFill>
        <p:spPr>
          <a:xfrm>
            <a:off x="216000" y="216000"/>
            <a:ext cx="1504080" cy="644400"/>
          </a:xfrm>
          <a:prstGeom prst="rect">
            <a:avLst/>
          </a:prstGeom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91680" y="749880"/>
            <a:ext cx="8516880" cy="62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 to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502480-A9AF-46E1-92CB-CCF39A8AC0A8}" type="slidenum">
              <a:rPr b="0" lang="en-I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9;p11" descr=""/>
          <p:cNvPicPr/>
          <p:nvPr/>
        </p:nvPicPr>
        <p:blipFill>
          <a:blip r:embed="rId3"/>
          <a:stretch/>
        </p:blipFill>
        <p:spPr>
          <a:xfrm>
            <a:off x="216000" y="216000"/>
            <a:ext cx="1504080" cy="644400"/>
          </a:xfrm>
          <a:prstGeom prst="rect">
            <a:avLst/>
          </a:prstGeom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91680" y="749880"/>
            <a:ext cx="8516880" cy="62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 to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ACAB14-C1CC-40E0-BF14-6DD0C615660B}" type="slidenum">
              <a:rPr b="0" lang="en-I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/>
          </p:nvPr>
        </p:nvSpPr>
        <p:spPr>
          <a:xfrm>
            <a:off x="363600" y="1375200"/>
            <a:ext cx="8516880" cy="276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1RV23MC080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Rajesha C U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Under the Guidance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Of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Dr. Deepika 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Associate Professor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Department of MCA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6820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6820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Google Shape;26;p1"/>
          <p:cNvSpPr/>
          <p:nvPr/>
        </p:nvSpPr>
        <p:spPr>
          <a:xfrm>
            <a:off x="146520" y="4490280"/>
            <a:ext cx="9016560" cy="6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Date   :18/06/2025                                              Department of MCA, RVCE                                             1/12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448280" y="914400"/>
            <a:ext cx="743220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Screenless Displays: The Future of Visual Interaction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2055600" y="72720"/>
            <a:ext cx="4648320" cy="670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A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ge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nd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263520" y="957960"/>
            <a:ext cx="8516880" cy="322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5000"/>
          </a:bodyPr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Introduction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Literature Survey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Summary of Literature Survey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Objectives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Technical Relevance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Block diagram of the Proposed work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References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8458200" y="4827240"/>
            <a:ext cx="68436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2/12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38;p3"/>
          <p:cNvSpPr/>
          <p:nvPr/>
        </p:nvSpPr>
        <p:spPr>
          <a:xfrm>
            <a:off x="2055600" y="72720"/>
            <a:ext cx="464832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Introduction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" name="" descr=""/>
          <p:cNvPicPr/>
          <p:nvPr/>
        </p:nvPicPr>
        <p:blipFill>
          <a:blip r:embed="rId1"/>
          <a:stretch/>
        </p:blipFill>
        <p:spPr>
          <a:xfrm>
            <a:off x="6629400" y="2409840"/>
            <a:ext cx="2072880" cy="2162160"/>
          </a:xfrm>
          <a:prstGeom prst="rect">
            <a:avLst/>
          </a:prstGeom>
          <a:ln w="0">
            <a:noFill/>
          </a:ln>
        </p:spPr>
      </p:pic>
      <p:sp>
        <p:nvSpPr>
          <p:cNvPr id="27" name=""/>
          <p:cNvSpPr/>
          <p:nvPr/>
        </p:nvSpPr>
        <p:spPr>
          <a:xfrm>
            <a:off x="457200" y="914400"/>
            <a:ext cx="525456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Screenless display technology delivers digital visuals without physical screens using AR, holography, and retinal projection.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It enables immersive, hands-free interaction, blending digital content with the physical world.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Key applications: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Healthcare – real-time data during surgery.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Education – 3D interactive learning.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Defense – AR-assisted mission data.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Entertainment &amp; Wearables – smart lenses, gaming.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8458200" y="4800600"/>
            <a:ext cx="68436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3/12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" name="" descr=""/>
          <p:cNvPicPr/>
          <p:nvPr/>
        </p:nvPicPr>
        <p:blipFill>
          <a:blip r:embed="rId2"/>
          <a:stretch/>
        </p:blipFill>
        <p:spPr>
          <a:xfrm>
            <a:off x="6172560" y="685800"/>
            <a:ext cx="2742840" cy="1600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44;p4"/>
          <p:cNvSpPr/>
          <p:nvPr/>
        </p:nvSpPr>
        <p:spPr>
          <a:xfrm>
            <a:off x="2055600" y="72720"/>
            <a:ext cx="464832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75000"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Literature Survey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1" name="Google Shape;45;p4"/>
          <p:cNvGraphicFramePr/>
          <p:nvPr/>
        </p:nvGraphicFramePr>
        <p:xfrm>
          <a:off x="356760" y="940680"/>
          <a:ext cx="8451720" cy="3970800"/>
        </p:xfrm>
        <a:graphic>
          <a:graphicData uri="http://schemas.openxmlformats.org/drawingml/2006/table">
            <a:tbl>
              <a:tblPr/>
              <a:tblGrid>
                <a:gridCol w="666000"/>
                <a:gridCol w="2038320"/>
                <a:gridCol w="2622240"/>
                <a:gridCol w="312552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Author (s) &amp; Paper title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Details of Publication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Summary of the Paper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</a:tr>
              <a:tr h="7275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Parimal Bhosale et al.  Screenless Display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IJSRCSEIT, Vol. 8, Issue 1, 2025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Surveys visual-image, retinal-projection.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14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2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Tong Wang et al. – Naked-eye light field display using micro-LED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Scientific Reports, Vol. 14, Article No. 24381,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Analyzes performance of light field displays using advanced micro-LED tech for immersive applications.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311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3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Chun Chen et al. – Ultrahigh-fidelity full-color holography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PhotoniX, Vol. 5, Article 20,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Demonstrates camera-in-loop holographic rendering system with vivid color fidelity.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14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Maximilian Rutz et al. – Perceptual brightness in retinal glasses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arXiv preprint arXiv:2403.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Studies visual perception effects in high-brightness retinal projection smart glasses.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16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5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Yili Jin et al. – Volumetric Video Survey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arXiv:2404.Vol.11,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Surveys the pipeline from capture to rendering for volumetric 3D video in real time.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2" name=""/>
          <p:cNvSpPr/>
          <p:nvPr/>
        </p:nvSpPr>
        <p:spPr>
          <a:xfrm>
            <a:off x="8458200" y="4827240"/>
            <a:ext cx="68436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4/12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Google Shape;45;p 1"/>
          <p:cNvGraphicFramePr/>
          <p:nvPr/>
        </p:nvGraphicFramePr>
        <p:xfrm>
          <a:off x="357120" y="941040"/>
          <a:ext cx="8329320" cy="3859560"/>
        </p:xfrm>
        <a:graphic>
          <a:graphicData uri="http://schemas.openxmlformats.org/drawingml/2006/table">
            <a:tbl>
              <a:tblPr/>
              <a:tblGrid>
                <a:gridCol w="656640"/>
                <a:gridCol w="2009160"/>
                <a:gridCol w="2584440"/>
                <a:gridCol w="3079440"/>
              </a:tblGrid>
              <a:tr h="356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Author (s) &amp; Paper title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Details of Publication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Summary of the Paper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</a:tr>
              <a:tr h="708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PointerVol Team – Volumetric Interaction with Laser Pointers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ACM SIGGRAPH,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Introduces spatial interaction model using laser beams in volumetric displays.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88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7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Kaan Akşit &amp; Yuta Itoh – HoloBeam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arXiv:2212.Vol.5, 2022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Projects beams directly to retina using thin lenses, maximizing field of view.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1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8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Parimal Chakravarthula et al. – Gaze-contingent speckle suppression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arXiv:2111.Vol.8, 2021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Enhances foveated holographic displays by minimizing speckle artifacts through eye tracking.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96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9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M. J. Jeong et al. – Screenless Display for Interactive Applications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Applied Sciences, Vol. 11(1), p.117, 2021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Covers use cases of screenless displays in smart homes and gaming setups.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97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Holographic Video Communications – SI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IEEE Wireless Communications, Vol. 32, No. 2, 2021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Explores technical advancements and system requirements for wireless holographic video systems.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4" name=""/>
          <p:cNvSpPr/>
          <p:nvPr/>
        </p:nvSpPr>
        <p:spPr>
          <a:xfrm>
            <a:off x="8458200" y="4800240"/>
            <a:ext cx="68436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5/12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917000" y="176760"/>
            <a:ext cx="6918840" cy="61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S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u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m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m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ar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y 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of 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th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e 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lit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er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at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ur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e 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su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rv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ey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Google Shape;53;p5"/>
          <p:cNvSpPr/>
          <p:nvPr/>
        </p:nvSpPr>
        <p:spPr>
          <a:xfrm>
            <a:off x="311760" y="1340640"/>
            <a:ext cx="851688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rmAutofit/>
          </a:bodyPr>
          <a:p>
            <a:pPr marL="114480" algn="ctr">
              <a:lnSpc>
                <a:spcPct val="115000"/>
              </a:lnSpc>
              <a:tabLst>
                <a:tab algn="l" pos="0"/>
              </a:tabLst>
            </a:pPr>
            <a:r>
              <a:rPr b="0" lang="en-IN" sz="1800" spc="-1" strike="noStrike">
                <a:solidFill>
                  <a:schemeClr val="dk2"/>
                </a:solidFill>
                <a:latin typeface="Arial"/>
                <a:ea typeface="Arial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8458200" y="4833000"/>
            <a:ext cx="68436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6/12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457200" y="1414440"/>
            <a:ext cx="7771680" cy="24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The reviewed papers cover advancements in screenless display technologies, including holography, volumetric video, retinal projection, and light field displays. Key innovations include glasses-free micro-LED displays, high-fidelity holography, and laser-based interaction systems. Several works focus on user immersion, clarity, and real-time rendering, while others provide comprehensive surveys of current technologies. However, common limitations across these studies include high computational cost, hardware complexity, scalability issues, and a lack of long-term validation or practical implementations. Many are still in the experimental stage, signaling the need for further development and testing before commercial application.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59;p6"/>
          <p:cNvSpPr/>
          <p:nvPr/>
        </p:nvSpPr>
        <p:spPr>
          <a:xfrm>
            <a:off x="279000" y="2457360"/>
            <a:ext cx="360" cy="438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66600" bIns="66600" anchor="ctr">
            <a:sp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0" name="Google Shape;60;p6"/>
          <p:cNvSpPr/>
          <p:nvPr/>
        </p:nvSpPr>
        <p:spPr>
          <a:xfrm>
            <a:off x="1911240" y="136800"/>
            <a:ext cx="610236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Objectives</a:t>
            </a:r>
            <a:r>
              <a:rPr b="0" lang="en-IN" sz="4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5000" y="1089000"/>
            <a:ext cx="8867160" cy="39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understand the core concept and working of screenless display technology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explore its key enabling technologies like AR, holography, and retinal projection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identify real-world applications across healthcare, education, defense, and entertainment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examine recent innovations such as Mojo Lens and Microsoft HoloLens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8553240" y="4827240"/>
            <a:ext cx="58932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8/12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60;p6"/>
          <p:cNvSpPr/>
          <p:nvPr/>
        </p:nvSpPr>
        <p:spPr>
          <a:xfrm>
            <a:off x="1911240" y="136800"/>
            <a:ext cx="610236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Technical Relevance</a:t>
            </a:r>
            <a:r>
              <a:rPr b="0" lang="en-IN" sz="4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230040" y="914400"/>
            <a:ext cx="8683920" cy="37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Technical Relevance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Eliminates the need for physical screens in VR/AR headsets, holograms, retinal projection, smart glasses, voice interfaces.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Supports immersive technologies like AR/VR.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Enables hands-free and portable visual interfaces.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Useful in smart glasses, medical imaging, military and automotive displays.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Key Technical Features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Retinal projection: Displays visuals directly to the eye.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Holographic rendering: Creates 3D images with depth perception.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Volumetric display: Projects visuals into free space.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8458200" y="4800600"/>
            <a:ext cx="60336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9/12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>
            <a:off x="2743200" y="457200"/>
            <a:ext cx="2283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Block Diagram</a:t>
            </a:r>
            <a:br>
              <a:rPr sz="2600"/>
            </a:b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8458200" y="4572000"/>
            <a:ext cx="6843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10/12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" name="" descr=""/>
          <p:cNvPicPr/>
          <p:nvPr/>
        </p:nvPicPr>
        <p:blipFill>
          <a:blip r:embed="rId1"/>
          <a:stretch/>
        </p:blipFill>
        <p:spPr>
          <a:xfrm>
            <a:off x="914400" y="1371600"/>
            <a:ext cx="6863760" cy="2901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720" y="814680"/>
            <a:ext cx="8499240" cy="38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1800"/>
            </a:br>
            <a:br>
              <a:rPr sz="1800"/>
            </a:b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Google Shape;83;p10"/>
          <p:cNvSpPr/>
          <p:nvPr/>
        </p:nvSpPr>
        <p:spPr>
          <a:xfrm>
            <a:off x="1835640" y="185760"/>
            <a:ext cx="533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ctr">
              <a:lnSpc>
                <a:spcPct val="100000"/>
              </a:lnSpc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References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16200" y="914400"/>
            <a:ext cx="8987760" cy="41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[1] Z. Liu et al., "Holographic Video Communications," IEEE Wireless Communications, vol. 32, no. 2, Feb. 2025.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[2] T. Wang, C. Yang, J. Chen, Y. Zhao, J. Zong, et al., "Naked-eye light field display technology based on mini/micro LED panels: a systematic review and meta-analysis," Scientific Reports, vol. 14, Art. 24381, Oct.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[3] M. Rutz et al., "Perceived brightness and resolution in retinal scan glasses," arXiv:2403.xxxxx, Jul.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[4] Y. Jin et al., "Volumetric 3D video: capture, compression, display," arXiv:2404.xxxxx, Apr.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[5] PointerVol Team, "PointerVol: laser-pointer interaction in volumetric displays," ACM SIGGRAPH,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[6] K. Akşit and Y. Itoh, "HoloBeam: paper-thin near-eye displays," arXiv:2212.xxxxx, Dec. 2022.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[7] P. Chakravarthula et al., "Gaze-contingent retinal speckle suppression for foveated holographic displays," arXiv:2111.xxxxx, Nov. 2021.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[8] M. J. Jeong et al., "Screenless Display for Interactive Applications," Applied Sciences, vol. 11, no. 1, p. 117, Jan. 2021.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[9] W. Song et al., "Large-scale Huygens metasurfaces for holographic near-eye displays," arXiv:2010.xxxxx, Oct. 2020.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[10] P. S. Bhosale, R. Kale, and P. P. Salve, "Screenless Display: A Review," IJSRCSEIT, vol. 8, no. 1, pp. 337-343, 2022.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[11] V. Kumar, "Screenless Display Technology," SlideShare,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[12] M. Mierse, “Build a Sci-Fi aerial display,” IEEE Spectrum, Oct. 20, 2024. [Online]. Available: https://spectrum.ieee.org/diy-scifi-aerial-display.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8503200" y="4645440"/>
            <a:ext cx="639360" cy="54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11/12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>
            <a:off x="1080" y="685800"/>
            <a:ext cx="9141120" cy="42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[13] Virtual retinal display, Wikipedia, The Free Encyclopedia, 2025. [Online].  (Accessed: Jun. 12, 2025).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[14] M. J. Jeong et al., “Screenless display for interactive applications,” Appl. Sci., vol. 11, no. 1, p. 117, 2021.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[15] H. Fuchs et al., “A survey of techniques for 3D display,” Comput. Graph. Forum, vol. 25, no. 4, pp. 1105–1126, 2006.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[16] X. Yang et al., “Progress in volumetric 3D display technologies,” IEEE Access, vol. 8, pp. 98661–98673, 2020.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[17] J. S. Kim et al., “Review of holographic 3D display technologies,” J. Korean Phys. Soc., vol. 63, no. 1, pp. 11–20, 2013.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[18] M. Lucente et al., “A survey of light-field displays,” Proc. IEEE, vol. 101, no. 7, pp. 1469–1487, 2013.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[19] H. Kuwahara et al., “Three-dimensional displays: Technologies and applications,” Proc. IEEE, vol. 101, no. 7, pp. 1508–1523, 2013.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[20] H. Saito et al., “Laser-plasma scanning 3D display for putting digital contents in free space,” Proc. SPIE, vol. 6803, Feb. 2008, doi:10.1117/12.768068.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[21] K. Unagar, “Screenless display (1),” SlideShare, 2024. [Online]. Available: https://www.slideshare.net/slideshow/screenless-display-204907143/204907143.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[22] K. Kumagai and Y. Hayasaki, “Colored voxels of laser-excited aerial volumetric display,” in Digital Holography and 3-D Imaging 2022, D. Chu et al., Eds., OSA Technical Digest (online), paper W3A.1, 2022, doi:10.1364/DH.2022.W3A.1.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[23] K. Kumagai, S. Miura, and Y. Hayasaki, “Aerial re-imaging of femtosecond-laser-excited graphics for volumetric display,” in OSA Imaging and Applied Optics Congress (Imaging, 3D, DH, ISA, COSI), OSA Technical Digest, paper 3Th7E.1, 2021.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[24] W. D. Jones, “Wireless display on a contact lens,” IEEE Spectrum, Nov. 2011.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[25] E. N. Sardinha, M. Munera, N. Zook, D. Western, and V. Ruiz Garate, “Diegetic graphical user interfaces and intuitive control of assistive robots via eye-gaze,” arXiv:2401.03944 [cs.RO], 2024.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8478000" y="4695840"/>
            <a:ext cx="639360" cy="54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12/12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ksj</dc:creator>
  <dc:description/>
  <dc:language>en-US</dc:language>
  <cp:lastModifiedBy/>
  <dcterms:modified xsi:type="dcterms:W3CDTF">2025-06-18T12:36:53Z</dcterms:modified>
  <cp:revision>121</cp:revision>
  <dc:subject/>
  <dc:title>Title of the Technical Seminar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10</vt:r8>
  </property>
</Properties>
</file>